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9" r:id="rId11"/>
    <p:sldId id="266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2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3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9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8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64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5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48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27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0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2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81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755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6728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93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61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3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F1D01-75FB-4367-ADC6-5AF689A920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F868-A043-14C2-F8B8-464FFB87A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499" y="382294"/>
            <a:ext cx="8151056" cy="1652135"/>
          </a:xfrm>
        </p:spPr>
        <p:txBody>
          <a:bodyPr/>
          <a:lstStyle/>
          <a:p>
            <a:pPr algn="l"/>
            <a:r>
              <a:rPr lang="en-IN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Pipeline:</a:t>
            </a:r>
            <a:br>
              <a:rPr lang="en-IN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Data Engineering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533FE-D0EC-23DD-6FAE-A2432AEE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5297" y="3960398"/>
            <a:ext cx="3674533" cy="2093293"/>
          </a:xfrm>
        </p:spPr>
        <p:txBody>
          <a:bodyPr>
            <a:noAutofit/>
          </a:bodyPr>
          <a:lstStyle/>
          <a:p>
            <a:pPr algn="l"/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Members:</a:t>
            </a:r>
          </a:p>
          <a:p>
            <a:pPr algn="l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Supriya Anumandla</a:t>
            </a:r>
          </a:p>
          <a:p>
            <a:pPr algn="l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Santhi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Mondru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Saikam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Venkata Samba Siva Rao</a:t>
            </a:r>
          </a:p>
          <a:p>
            <a:pPr algn="l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Madhu Syed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872898-821D-2401-53CD-A7BD6395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45" y="2034429"/>
            <a:ext cx="6890052" cy="46138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6750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A7F9-08BA-0C53-E471-8600A767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78568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654E-D37A-62FA-B25A-C3390AD3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cloud-based ETL pipeline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credit risk assessment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Medallion Architecture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(Bronze → Silver → Gold)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lang="en-IN" sz="23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PySpark</a:t>
            </a:r>
            <a:endParaRPr lang="en-IN" sz="23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credit risk metrics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borrower analysis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analytics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</a:t>
            </a:r>
          </a:p>
        </p:txBody>
      </p:sp>
    </p:spTree>
    <p:extLst>
      <p:ext uri="{BB962C8B-B14F-4D97-AF65-F5344CB8AC3E}">
        <p14:creationId xmlns:p14="http://schemas.microsoft.com/office/powerpoint/2010/main" val="2853192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5F91-0DCD-8C77-0186-51101393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90863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7C21-7F7B-75A8-9A22-F348D94A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889150" cy="388077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volumes of loan data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multiple sources.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issues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as missing, duplicate, and inconsistent data.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Integrating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diverse datasets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a unified data pipeline.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in identifying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borrowers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unstructured and scattered data.</a:t>
            </a:r>
            <a:endParaRPr lang="en-IN" sz="23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7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717F-DB9F-6A01-66C2-5F0C82B5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26695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CEB5-922D-189E-0EC1-155CFB6C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S3 (Data Lake Storage 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Glue (ETL Service)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Databricks (Unified Analytics Platform)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PySpark</a:t>
            </a: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(Distributed Processing)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 Lake (Data Lakehouse)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Apache Airflow (Workflow Orchestration)</a:t>
            </a:r>
          </a:p>
        </p:txBody>
      </p:sp>
    </p:spTree>
    <p:extLst>
      <p:ext uri="{BB962C8B-B14F-4D97-AF65-F5344CB8AC3E}">
        <p14:creationId xmlns:p14="http://schemas.microsoft.com/office/powerpoint/2010/main" val="346521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F980-DBF9-ABEB-1C3D-70D28DA0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</a:t>
            </a:r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Solutions for building Pipelines</a:t>
            </a:r>
            <a:endParaRPr lang="en-IN" sz="4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7383D-4103-01EF-7AEE-70DD38B7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7004" y="2947163"/>
            <a:ext cx="7059897" cy="158464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90000"/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Level Design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90000"/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Low-Level Design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SzPct val="90000"/>
              <a:buNone/>
            </a:pP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53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EF43-FB11-9CFC-A27C-2FA9BAD2B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94" y="508757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Lakehouse Architecture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 - Level Design)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72294-6820-D25E-2093-D027034B1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169156"/>
            <a:ext cx="8788214" cy="55819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923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F22C84-9797-8B5D-65F0-B8191C87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35" y="348343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Low-Level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3733D-132A-949D-DC2B-95A8967C09D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35" y="1109227"/>
            <a:ext cx="9178925" cy="5327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7942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F77B-B041-99A5-5FF2-4EDD49D6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32681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&amp;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191B-420B-6E0C-49D5-AE7FED8B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schema validation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ensure correct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 and structure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checks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completeness monitoring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detection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removal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handling, logging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alerting mechanisms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tables and audit logs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tracking failed records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validation during transformations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ensure reliable outputs</a:t>
            </a:r>
            <a:endParaRPr lang="en-IN" sz="23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67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53C5-F1D9-1BEE-5ADA-93C84F8A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02" y="660398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Orchestration(Airflow DAG)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FDBA5-48A7-4650-0D5C-80D025674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802" y="1567737"/>
            <a:ext cx="8677682" cy="388077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DAG “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s3_glue_databricks_pipeline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using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Apache Airflow (MWAA)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Glue ETL job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data preprocessing (CSV → Parquet)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Triggered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Databricks Bronze, Silver (DLT),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Gold pipelines sequentially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dependencies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execution order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 handling, retries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monitoring using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</a:t>
            </a:r>
            <a:endParaRPr lang="en-IN" sz="23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C4699AB-4B4B-1AF9-A5EF-024428D142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034B9-D103-06E2-8A8B-E18C23339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8014"/>
          <a:stretch>
            <a:fillRect/>
          </a:stretch>
        </p:blipFill>
        <p:spPr>
          <a:xfrm>
            <a:off x="818011" y="4686151"/>
            <a:ext cx="8900700" cy="15114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289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0FC2-5F11-1B03-4C6D-72EEEF9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81389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 &amp; Monitoring (Slack Integration)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B58F-CB56-2DD8-6D92-F1F9C778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Slack Workspace &amp; Channel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Webhook URL in Slack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 Slack in Databricks (Notifications)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Alerts in Databricks Jobs / Pipelines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Triggered Real-time Notifications in Slack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Monitored Pipeline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Failures</a:t>
            </a:r>
          </a:p>
        </p:txBody>
      </p:sp>
    </p:spTree>
    <p:extLst>
      <p:ext uri="{BB962C8B-B14F-4D97-AF65-F5344CB8AC3E}">
        <p14:creationId xmlns:p14="http://schemas.microsoft.com/office/powerpoint/2010/main" val="322042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2659-8F54-E962-286F-B3F645C463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5618" y="420922"/>
            <a:ext cx="8596313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5781F45-DDD2-AE38-418B-E915D9953BD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01" y="2536685"/>
            <a:ext cx="5149850" cy="37117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7A665A-CB3F-35CA-CF21-FA5DFE190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18" y="1188992"/>
            <a:ext cx="11289986" cy="14828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A27B6B-3269-3E6F-340E-9553576A6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433" y="2267559"/>
            <a:ext cx="6270171" cy="38372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4682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FD49D6-5E9A-2024-FC39-F9F67250E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871835"/>
            <a:ext cx="7678994" cy="47954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99163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B7A5-34F2-18E0-B727-84626A33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&amp; Outcomes</a:t>
            </a:r>
            <a:endParaRPr lang="en-IN" sz="4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887D-0461-919D-E37D-342246B7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8510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identification of high-risk borrowers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by: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Identified high-risk borrowers using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score, LTV, and debt-  	   to-income ratio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Categorized borrowers into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High, Medium, and Low risk using 		    derived risk scoring logic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 making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loan approvals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inconsistencies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structured data processing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insights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dashboards and analytics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and performance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data pipeline</a:t>
            </a:r>
            <a:endParaRPr lang="en-IN" sz="2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115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E48A-35D7-9B93-D52F-3DE7B76A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244" y="2713249"/>
            <a:ext cx="484925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5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587859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634</TotalTime>
  <Words>418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</vt:lpstr>
      <vt:lpstr>Credit Risk Assessment Pipeline: End-to-End Data Engineering Project</vt:lpstr>
      <vt:lpstr>Project Overview &amp; Objectives</vt:lpstr>
      <vt:lpstr>Problem Statement</vt:lpstr>
      <vt:lpstr>Technology Stack</vt:lpstr>
      <vt:lpstr>Design Solutions for building Pipelines</vt:lpstr>
      <vt:lpstr>Lakehouse Architecture (High - Level Design)</vt:lpstr>
      <vt:lpstr>Low-Level Design</vt:lpstr>
      <vt:lpstr>Data Quality &amp; Error Handling</vt:lpstr>
      <vt:lpstr>Pipeline Orchestration(Airflow DAG)</vt:lpstr>
      <vt:lpstr>Alerts &amp; Monitoring (Slack Integration)</vt:lpstr>
      <vt:lpstr>Dashboards</vt:lpstr>
      <vt:lpstr>PowerPoint Presentation</vt:lpstr>
      <vt:lpstr>Business Insights &amp; Outcomes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Anumandla Supriya</dc:creator>
  <cp:lastModifiedBy>Anumandla Supriya</cp:lastModifiedBy>
  <cp:revision>8</cp:revision>
  <dcterms:created xsi:type="dcterms:W3CDTF">2026-03-18T17:07:08Z</dcterms:created>
  <dcterms:modified xsi:type="dcterms:W3CDTF">2026-03-21T08:59:29Z</dcterms:modified>
</cp:coreProperties>
</file>